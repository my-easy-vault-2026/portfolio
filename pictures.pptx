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13"/>
    <p:restoredTop sz="94673"/>
  </p:normalViewPr>
  <p:slideViewPr>
    <p:cSldViewPr snapToGrid="0">
      <p:cViewPr>
        <p:scale>
          <a:sx n="101" d="100"/>
          <a:sy n="101" d="100"/>
        </p:scale>
        <p:origin x="264" y="50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F93244-8096-F541-9D2B-86D423BFBCCA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96D02-859D-3D49-9E2B-A20FEB548D36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10234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96D02-859D-3D49-9E2B-A20FEB548D36}" type="slidenum">
              <a:rPr lang="en-TW" smtClean="0"/>
              <a:t>1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84771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C8DFA-BE27-F223-C2FC-93AB51B86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BC3E9C-036D-71C8-36D5-83652AD1B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78627-2D44-DEA7-287F-27E234A51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B7D2-4F2F-574B-A6B2-E0CAF34BC295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90C6F-715A-F869-E357-351BA9EB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3630E-1134-5815-314D-135D7595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EC25F-AC1D-004C-BD16-EC3AEA65490F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4669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66902-3E38-E9BB-DA95-5F8D43E2C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D05C1-DDF1-495F-D81C-C38DE3486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6DF45-D01D-CDCB-8C1E-5879C89ED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B7D2-4F2F-574B-A6B2-E0CAF34BC295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06012-3BA3-FAA0-9419-C77365D6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90202-CA4F-A4FF-44B6-1143087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EC25F-AC1D-004C-BD16-EC3AEA65490F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95169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2C0B-0C02-41CA-16EC-E5D215791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1218D-7661-37B4-9C23-AE8246EFA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AEC42-A3C0-807D-7929-16066C0AF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B7D2-4F2F-574B-A6B2-E0CAF34BC295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47591-2C19-B573-A847-79BF41529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42353-4CDF-6E46-ADC9-1B8ED37C5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EC25F-AC1D-004C-BD16-EC3AEA65490F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387457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18951-8251-0E57-B13D-59F67F286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E25C8-0CD3-FFCE-AF51-D6FE25C24B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0B8C6-11DE-9AEA-9A89-AB3C5DC44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DC814-86E8-A53B-712C-4B6E6B52E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B7D2-4F2F-574B-A6B2-E0CAF34BC295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3FA64-3E09-CEAE-21EE-492A1055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BA36B-784E-C9B7-2B6C-FEB4D2F2F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EC25F-AC1D-004C-BD16-EC3AEA65490F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71505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9370E-1A45-06F8-B734-81A3ACAE5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5586A-AD10-303C-9459-C460A36AB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CEA181-AA01-3FB2-9D13-187F0CF9B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63D8A6-BD24-EE83-B8F8-FC7D292B88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24DD12-83B6-85E6-9D26-A09F9AEEBC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12A944-F4EA-B6DA-41BC-0892CCE75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B7D2-4F2F-574B-A6B2-E0CAF34BC295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DF49CE-4898-5342-6722-CBF50F8CA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936C1B-F9EE-10A7-C281-41E8DEF5F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EC25F-AC1D-004C-BD16-EC3AEA65490F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58173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6586-1975-50C4-D50D-267DB8223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2599DA-FA4C-C759-3946-BAAFEDCE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B7D2-4F2F-574B-A6B2-E0CAF34BC295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AB9E0-9E0D-01DB-04C3-B1F6E51E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F2A27-FA47-1072-BC4D-DDE51DB9C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EC25F-AC1D-004C-BD16-EC3AEA65490F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78957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43A5B8-3C40-F39D-A261-C7482EB45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B7D2-4F2F-574B-A6B2-E0CAF34BC295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C85A69-FAF5-4727-5129-2A10563EF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38E11-CBA9-A121-B276-41B0D3F86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EC25F-AC1D-004C-BD16-EC3AEA65490F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90272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A700E-3907-8676-F657-9A374AE8E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9CA25-8350-3965-6656-BF7D0F177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E76618-91D0-2F7A-D689-63787357A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69EE0-9310-B9BF-A4C3-581C63DF9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B7D2-4F2F-574B-A6B2-E0CAF34BC295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1D685-767C-1764-39B9-D4BA1A0A3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E293F-E87C-6606-92E1-3190F608F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EC25F-AC1D-004C-BD16-EC3AEA65490F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176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DC382-A09A-09B0-7F7D-1702888C4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0F424D-B9FB-964E-7AC0-7E5D228C8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905A9A-4AD9-82BE-145E-894EFEB76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A95E5-8BFD-B6A5-B5C6-CF85B6ECE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B7D2-4F2F-574B-A6B2-E0CAF34BC295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3E295-9EA3-BCBB-EFF1-B22A4FB56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E0A01-B356-F829-D41A-8B41D822E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EC25F-AC1D-004C-BD16-EC3AEA65490F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0973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43AB4-37EE-BF92-12FE-8C0EE56EA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8A28DB-4CA1-E66F-1D52-C1BCA7A6E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67747-FEF6-A77F-5301-779C36389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B7D2-4F2F-574B-A6B2-E0CAF34BC295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2B2AF-1AB3-5172-A4C6-0E261C2DB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D241D-3A02-02FB-2BBA-30D5F7426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EC25F-AC1D-004C-BD16-EC3AEA65490F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096091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85048B-6918-397C-60E9-3C5377C9AE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87E8C2-AECE-98E8-102A-5279899D9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71C52-6EE6-8CB5-F026-93DA1A3C6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B7D2-4F2F-574B-A6B2-E0CAF34BC295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10ED7-3D4A-265A-F86E-59DC69A22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2A14F-D56C-A262-7C58-EFE457C27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EC25F-AC1D-004C-BD16-EC3AEA65490F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100554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171449-1E35-FA66-0F1C-AC59FDAD0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053AF-96D4-7CCF-2A25-FDB70891C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F7CAC-E2C7-29DB-B0A3-F20B6B8181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FB7D2-4F2F-574B-A6B2-E0CAF34BC295}" type="datetimeFigureOut">
              <a:rPr lang="en-TW" smtClean="0"/>
              <a:t>2026/3/10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3E410-AD72-FE06-806F-66B2698B8C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8A516-B537-767A-0C24-250D1ECBF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AEC25F-AC1D-004C-BD16-EC3AEA65490F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1451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ownload Visa Inc. Logo in SVG Vector or PNG File Format - Logo.wine">
            <a:extLst>
              <a:ext uri="{FF2B5EF4-FFF2-40B4-BE49-F238E27FC236}">
                <a16:creationId xmlns:a16="http://schemas.microsoft.com/office/drawing/2014/main" id="{79A9CA28-AA0E-A8FD-26A1-5E93438C5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409" y="890640"/>
            <a:ext cx="1862566" cy="124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OS Swipe Machines">
            <a:extLst>
              <a:ext uri="{FF2B5EF4-FFF2-40B4-BE49-F238E27FC236}">
                <a16:creationId xmlns:a16="http://schemas.microsoft.com/office/drawing/2014/main" id="{9208EC20-3807-084B-1AFD-CF7224451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452" y="618623"/>
            <a:ext cx="1686432" cy="1686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79A507F-02DD-9AA2-9BBA-A25D8736D545}"/>
              </a:ext>
            </a:extLst>
          </p:cNvPr>
          <p:cNvSpPr/>
          <p:nvPr/>
        </p:nvSpPr>
        <p:spPr>
          <a:xfrm>
            <a:off x="6646312" y="3725103"/>
            <a:ext cx="2955948" cy="2254545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90000"/>
                  <a:lumOff val="10000"/>
                </a:schemeClr>
              </a:gs>
              <a:gs pos="80000">
                <a:schemeClr val="accent1">
                  <a:tint val="44500"/>
                  <a:satMod val="160000"/>
                </a:schemeClr>
              </a:gs>
              <a:gs pos="99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sz="2800" dirty="0">
                <a:latin typeface="Aptos Slab" panose="020B0004020202020204" pitchFamily="34" charset="0"/>
              </a:rPr>
              <a:t>VISA Debit Card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86D407-2FCC-0E2E-0FF9-58C6866C5E4A}"/>
              </a:ext>
            </a:extLst>
          </p:cNvPr>
          <p:cNvSpPr txBox="1"/>
          <p:nvPr/>
        </p:nvSpPr>
        <p:spPr>
          <a:xfrm>
            <a:off x="4212937" y="1850714"/>
            <a:ext cx="266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 Slab" panose="020F0502020204030204" pitchFamily="34" charset="0"/>
                <a:ea typeface="Meiryo" panose="020B0604030504040204" pitchFamily="34" charset="-128"/>
                <a:cs typeface="Aptos Slab" panose="020F0502020204030204" pitchFamily="34" charset="0"/>
              </a:rPr>
              <a:t>1. E</a:t>
            </a:r>
            <a:r>
              <a:rPr lang="en-TW" dirty="0">
                <a:latin typeface="Aptos Slab" panose="020F0502020204030204" pitchFamily="34" charset="0"/>
                <a:ea typeface="Meiryo" panose="020B0604030504040204" pitchFamily="34" charset="-128"/>
                <a:cs typeface="Aptos Slab" panose="020F0502020204030204" pitchFamily="34" charset="0"/>
              </a:rPr>
              <a:t>nroll payment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20E778-81C7-2784-401B-2AB40F895995}"/>
              </a:ext>
            </a:extLst>
          </p:cNvPr>
          <p:cNvSpPr txBox="1"/>
          <p:nvPr/>
        </p:nvSpPr>
        <p:spPr>
          <a:xfrm>
            <a:off x="6321202" y="2554636"/>
            <a:ext cx="1717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 Slab" panose="020F0502020204030204" pitchFamily="34" charset="0"/>
                <a:ea typeface="Meiryo" panose="020B0604030504040204" pitchFamily="34" charset="-128"/>
                <a:cs typeface="Aptos Slab" panose="020F0502020204030204" pitchFamily="34" charset="0"/>
              </a:rPr>
              <a:t>2. Request authorization</a:t>
            </a:r>
            <a:endParaRPr lang="en-TW" dirty="0">
              <a:latin typeface="Aptos Slab" panose="020F0502020204030204" pitchFamily="34" charset="0"/>
              <a:ea typeface="Meiryo" panose="020B0604030504040204" pitchFamily="34" charset="-128"/>
              <a:cs typeface="Aptos Slab" panose="020F050202020403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90ECD2-A528-D7B6-22BB-187CFAC20C47}"/>
              </a:ext>
            </a:extLst>
          </p:cNvPr>
          <p:cNvCxnSpPr>
            <a:cxnSpLocks/>
          </p:cNvCxnSpPr>
          <p:nvPr/>
        </p:nvCxnSpPr>
        <p:spPr>
          <a:xfrm>
            <a:off x="3888509" y="1693929"/>
            <a:ext cx="2660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E5F41A8-DA71-3F28-B1B9-1AF73BAD82F1}"/>
              </a:ext>
            </a:extLst>
          </p:cNvPr>
          <p:cNvCxnSpPr>
            <a:cxnSpLocks/>
          </p:cNvCxnSpPr>
          <p:nvPr/>
        </p:nvCxnSpPr>
        <p:spPr>
          <a:xfrm>
            <a:off x="7856440" y="2259391"/>
            <a:ext cx="0" cy="1223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CF3F59-2793-DC74-B8E7-EB752281C69B}"/>
              </a:ext>
            </a:extLst>
          </p:cNvPr>
          <p:cNvCxnSpPr>
            <a:cxnSpLocks/>
          </p:cNvCxnSpPr>
          <p:nvPr/>
        </p:nvCxnSpPr>
        <p:spPr>
          <a:xfrm flipV="1">
            <a:off x="8358573" y="2259391"/>
            <a:ext cx="0" cy="1218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0042E46-5264-4B82-D156-5B6915B3640C}"/>
              </a:ext>
            </a:extLst>
          </p:cNvPr>
          <p:cNvSpPr txBox="1"/>
          <p:nvPr/>
        </p:nvSpPr>
        <p:spPr>
          <a:xfrm>
            <a:off x="8533035" y="2554636"/>
            <a:ext cx="1717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 Slab" panose="020F0502020204030204" pitchFamily="34" charset="0"/>
                <a:ea typeface="Meiryo" panose="020B0604030504040204" pitchFamily="34" charset="-128"/>
                <a:cs typeface="Aptos Slab" panose="020F0502020204030204" pitchFamily="34" charset="0"/>
              </a:rPr>
              <a:t>4. Approve authorization</a:t>
            </a:r>
            <a:endParaRPr lang="en-TW" dirty="0">
              <a:latin typeface="Aptos Slab" panose="020F0502020204030204" pitchFamily="34" charset="0"/>
              <a:ea typeface="Meiryo" panose="020B0604030504040204" pitchFamily="34" charset="-128"/>
              <a:cs typeface="Aptos Slab" panose="020F050202020403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76FDB15-4B96-4231-B1A0-8E90845091DB}"/>
              </a:ext>
            </a:extLst>
          </p:cNvPr>
          <p:cNvCxnSpPr>
            <a:cxnSpLocks/>
          </p:cNvCxnSpPr>
          <p:nvPr/>
        </p:nvCxnSpPr>
        <p:spPr>
          <a:xfrm flipH="1">
            <a:off x="3888509" y="1319399"/>
            <a:ext cx="2660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2948DA5-38CB-9EF5-46A1-29A67741B22C}"/>
              </a:ext>
            </a:extLst>
          </p:cNvPr>
          <p:cNvSpPr txBox="1"/>
          <p:nvPr/>
        </p:nvSpPr>
        <p:spPr>
          <a:xfrm>
            <a:off x="4061881" y="760204"/>
            <a:ext cx="2313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 Slab" panose="020F0502020204030204" pitchFamily="34" charset="0"/>
                <a:ea typeface="Meiryo" panose="020B0604030504040204" pitchFamily="34" charset="-128"/>
                <a:cs typeface="Aptos Slab" panose="020F0502020204030204" pitchFamily="34" charset="0"/>
              </a:rPr>
              <a:t>5. Approve payment</a:t>
            </a:r>
            <a:endParaRPr lang="en-TW" dirty="0">
              <a:latin typeface="Aptos Slab" panose="020F0502020204030204" pitchFamily="34" charset="0"/>
              <a:ea typeface="Meiryo" panose="020B0604030504040204" pitchFamily="34" charset="-128"/>
              <a:cs typeface="Aptos Slab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C4407D-3EDB-8505-8CF3-97EEE42FB75E}"/>
              </a:ext>
            </a:extLst>
          </p:cNvPr>
          <p:cNvSpPr txBox="1"/>
          <p:nvPr/>
        </p:nvSpPr>
        <p:spPr>
          <a:xfrm>
            <a:off x="4285110" y="5913130"/>
            <a:ext cx="2081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 Slab" panose="020F0502020204030204" pitchFamily="34" charset="0"/>
                <a:ea typeface="Meiryo" panose="020B0604030504040204" pitchFamily="34" charset="-128"/>
                <a:cs typeface="Aptos Slab" panose="020F0502020204030204" pitchFamily="34" charset="0"/>
              </a:rPr>
              <a:t>3. Deduct Balance</a:t>
            </a:r>
            <a:endParaRPr lang="en-TW" dirty="0">
              <a:latin typeface="Aptos Slab" panose="020F0502020204030204" pitchFamily="34" charset="0"/>
              <a:ea typeface="Meiryo" panose="020B0604030504040204" pitchFamily="34" charset="-128"/>
              <a:cs typeface="Aptos Slab" panose="020F0502020204030204" pitchFamily="34" charset="0"/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4C3C0F46-E22E-709A-8F78-997700B5BB88}"/>
              </a:ext>
            </a:extLst>
          </p:cNvPr>
          <p:cNvSpPr/>
          <p:nvPr/>
        </p:nvSpPr>
        <p:spPr>
          <a:xfrm rot="5400000">
            <a:off x="6321202" y="5818592"/>
            <a:ext cx="558408" cy="558408"/>
          </a:xfrm>
          <a:prstGeom prst="arc">
            <a:avLst>
              <a:gd name="adj1" fmla="val 16200000"/>
              <a:gd name="adj2" fmla="val 1086693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E16C723-2ECD-43C0-512B-6A75CEA7887B}"/>
              </a:ext>
            </a:extLst>
          </p:cNvPr>
          <p:cNvCxnSpPr>
            <a:cxnSpLocks/>
          </p:cNvCxnSpPr>
          <p:nvPr/>
        </p:nvCxnSpPr>
        <p:spPr>
          <a:xfrm flipV="1">
            <a:off x="6879610" y="6040101"/>
            <a:ext cx="0" cy="98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594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26</Words>
  <Application>Microsoft Macintosh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Aptos Slab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</dc:creator>
  <cp:lastModifiedBy>O365</cp:lastModifiedBy>
  <cp:revision>3</cp:revision>
  <dcterms:created xsi:type="dcterms:W3CDTF">2026-03-10T09:03:00Z</dcterms:created>
  <dcterms:modified xsi:type="dcterms:W3CDTF">2026-03-10T09:58:39Z</dcterms:modified>
</cp:coreProperties>
</file>